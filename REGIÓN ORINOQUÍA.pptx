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B1E01-B3A5-AA75-4FB3-286841640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98FB1-32A7-CAE1-25A6-29558013F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5A2763-2B2E-48CD-4081-AFA8F0C4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6C3B0E-1AB4-3D61-F8B4-1F69023C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53FF5-5D10-C899-F5F9-6341BE42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819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1F64-7802-049C-F43F-8EF7F2EE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EAF693-1D09-F232-F244-C9FFF085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58E70-259D-B73E-CB98-E85E4DF3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4DE54-E5B1-1070-99EF-47E1F2FC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78B0BB-BD03-78EE-DDE9-F214F664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158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B714C-906A-7D0D-DD8C-CADA2804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3A101D-39D8-0D03-4AA7-333E66384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DD548-FB09-D1C7-59D6-A75DFFB5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036CE3-0003-4EAE-DD3F-B5EB14AF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F07A3A-8142-F955-27A7-E2F1E1C1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567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9A453-C7B2-1F4A-5BFD-3F3C8059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B9DF80-65B4-B84D-72E7-3BCF29D95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BC69B9-9B1A-A260-720F-C2A375021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2D94BE-19D3-768E-5030-DC71A44C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88691E-A64B-7B25-DDE2-9EB1822B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01ECB2-0B93-3D69-B751-BF773296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96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B3EA1-2E71-48E5-7143-0EED8F9B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48FE26-8EF1-086C-3A1E-C3BC22C64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C5BC53-AE74-226F-1D9C-DAD5F31DF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EA7673-6F1C-ADF3-2288-B00F7D899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A5D5CD-747A-848D-23A2-BD9327A18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45B8DF-337A-8F7D-067E-CE06EDE3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388591-3FC1-9642-BD6B-53C68837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03EB93-6CCD-4D65-C011-7BB08C05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283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6EE35-F9D5-37FF-4708-2C47A4CF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2EA4F3-9CF2-2491-E3CB-71B7A372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0477AD-A21B-C864-C17E-786C2A34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7FCAA0-3996-EA26-5D66-DA4F556C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893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FF35FC-7671-5222-7AA5-EBA2B2F6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99DA8D-F52A-07CB-0586-5A5F5484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FDF4E9-BFD8-4F6E-D7D3-1071C18C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159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DEFCB-BF9A-8987-C856-D460A56A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6C98E-137A-0810-E9F2-5E140E96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E9A854-EECA-5EB1-9FA9-48D72104C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13888B-1651-74A8-0304-E15AE8E3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91A4A2-0767-1D4B-6613-52DD673C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1E9D04-760E-CDF1-8C18-DD77AEED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917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8D1F1-D624-85CB-ECE0-4A477AF8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DA97B4-B5CB-855A-6F5E-D0AC03055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8D0DC-D54A-9D07-F35D-6CEEE8888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5EA2EE-7E07-6820-8A2F-CDB0F37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3C8E3-5F31-1CBF-BAD7-D583FDF0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81953D-C2F0-BF4B-1B5A-291C94A6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025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B2F68-C4DF-635A-E7F6-C2F457B7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931F21-4E0E-4487-F18C-18105A038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458ED-8238-5987-5156-415ADD70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78DDB-CCC4-DCE2-3E21-399126B5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367687-A1CA-1805-8A36-CCA49F8D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02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E8B5CB-28C1-F820-D66E-B526D27D2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A3768D-183C-723D-FBE1-8EE641F2B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7A0872-7B52-6B39-A5CB-B182E8B5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C4613-5136-BE5B-1F65-6CF30869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3A9C3-3BA5-6B8B-24E1-3C74986F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368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9B7582-1CD9-624F-4BC3-EA7BB2DB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39F898-ABA2-492D-0384-F690AEE70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4DDDA8-5BAD-64D6-F50B-D0467E58D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891F6-1A2B-49BF-BF25-284FCB4ED8C2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9C755-CA4A-BF11-C69E-9305FAD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66A86-E8DE-0373-9360-C1464AEEF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E0072-4896-4669-AD22-B82B1686AD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04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8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8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9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8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615A4-1EB9-DF44-5D38-87F539642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30"/>
            <a:ext cx="9144000" cy="2387600"/>
          </a:xfrm>
        </p:spPr>
        <p:txBody>
          <a:bodyPr/>
          <a:lstStyle/>
          <a:p>
            <a:r>
              <a:rPr lang="es-CO" dirty="0">
                <a:latin typeface="Arial Black" panose="020B0A04020102020204" pitchFamily="34" charset="0"/>
              </a:rPr>
              <a:t>REGIÓN ORINOQUÍA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BC9217-D179-520E-C1AA-8D3209F11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6010"/>
            <a:ext cx="9144000" cy="3280521"/>
          </a:xfrm>
        </p:spPr>
        <p:txBody>
          <a:bodyPr>
            <a:normAutofit/>
          </a:bodyPr>
          <a:lstStyle/>
          <a:p>
            <a:r>
              <a:rPr lang="es-CO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Riqueza natural y cultural de los llanos Orientales</a:t>
            </a:r>
          </a:p>
          <a:p>
            <a:endParaRPr lang="es-CO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es-CO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°</a:t>
            </a:r>
            <a:endParaRPr lang="es-CO" sz="28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6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CCEC8-CC2B-BB5A-1289-CC268E11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UBICACIÓN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1B489C7-C960-55B5-6778-04DA1C487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7039" y="992187"/>
            <a:ext cx="3925862" cy="487362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EC9922-9F60-A794-1B01-512A97430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CO" sz="1800" dirty="0"/>
              <a:t>Esta ubicada al oriente de Colombia, entre la cordillera Oriental y el rio Orinoco, que marca parte de la frontera con Venezuela.</a:t>
            </a:r>
          </a:p>
          <a:p>
            <a:r>
              <a:rPr lang="es-CO" sz="1800" dirty="0">
                <a:solidFill>
                  <a:schemeClr val="accent1">
                    <a:lumMod val="50000"/>
                  </a:schemeClr>
                </a:solidFill>
              </a:rPr>
              <a:t>DEPARTAMENTOS PRINCIPALES </a:t>
            </a:r>
          </a:p>
          <a:p>
            <a:r>
              <a:rPr lang="es-CO" sz="1800" dirty="0"/>
              <a:t>Tradicionalmente, la región Orinoquía está formada principalmente por cuatro departamentos.</a:t>
            </a:r>
          </a:p>
          <a:p>
            <a:r>
              <a:rPr lang="es-CO" sz="1800" dirty="0"/>
              <a:t>Meta= su capital es Villavicencio</a:t>
            </a:r>
          </a:p>
          <a:p>
            <a:r>
              <a:rPr lang="es-CO" sz="1800" dirty="0"/>
              <a:t>Casanare= su capital es Yopal</a:t>
            </a:r>
          </a:p>
          <a:p>
            <a:r>
              <a:rPr lang="es-CO" sz="1800" dirty="0"/>
              <a:t>Arauca= su capital es Arauca</a:t>
            </a:r>
          </a:p>
          <a:p>
            <a:r>
              <a:rPr lang="es-CO" sz="1800" dirty="0"/>
              <a:t>Vichada= su capital es puerto </a:t>
            </a:r>
            <a:r>
              <a:rPr lang="es-CO" sz="1800" dirty="0" err="1"/>
              <a:t>carreño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354688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6DD7BFE-FC83-8B56-267E-7FFD5D8E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GEOGRAFIA FISICA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0CB564C9-11DE-260D-DBF1-94059AB3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7" y="1116106"/>
            <a:ext cx="6892271" cy="4424081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99A85B2-60A7-2AA9-5B9B-2D0E6AC22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 geografía física de la Orinoquía se caracteriza por sus grandes llanuras, clima cálido, abundantes ríos, sabanas, diversidad de fauna y presencia de zonas montañosas como la Serranía de la Macarena. Estas características naturales han influido mucho en actividades como la ganadería y la agricultura.</a:t>
            </a:r>
            <a:endParaRPr lang="es-CO" sz="2000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F9109EB0-961B-A2E9-B529-72C9AFC7B541}"/>
              </a:ext>
            </a:extLst>
          </p:cNvPr>
          <p:cNvSpPr txBox="1">
            <a:spLocks/>
          </p:cNvSpPr>
          <p:nvPr/>
        </p:nvSpPr>
        <p:spPr>
          <a:xfrm>
            <a:off x="5180012" y="992187"/>
            <a:ext cx="6172200" cy="4873625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234416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B8278-F216-5827-16C3-7C2A188F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RELIEVE</a:t>
            </a:r>
            <a:endParaRPr lang="es-CO" sz="4800" dirty="0">
              <a:solidFill>
                <a:schemeClr val="accent4">
                  <a:lumMod val="7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DA3132F-4647-DA7D-A4DB-A6183096D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013" y="1076325"/>
            <a:ext cx="5924550" cy="469582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00D70C-A4D9-3691-31CF-087DA136E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La región Orinoquía tiene un relieve principalmente plano, por eso se le conoce como los Llanos Orientales. Tiene grandes extensiones de sabanas y llanuras, donde se practica principalmente la ganadería .También hay lugares más altos, como el piedemonte llanero, que está cerca de la Cordillera Oriental, y la Serranía de la Macarena, que es una zona montañosa.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66754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354678D-8A8C-6874-D968-2730A2E3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7869" y="-132743"/>
            <a:ext cx="3932237" cy="1600200"/>
          </a:xfrm>
        </p:spPr>
        <p:txBody>
          <a:bodyPr/>
          <a:lstStyle/>
          <a:p>
            <a:r>
              <a:rPr lang="es-CO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s-CO" sz="60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CLIMA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AA53331A-9F72-1EC4-662C-899B46412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12693" y="1994390"/>
            <a:ext cx="5577731" cy="4231108"/>
          </a:xfrm>
        </p:spPr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B4791CB-A967-D3CB-9D3D-4340F51BB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1" y="1467457"/>
            <a:ext cx="6465794" cy="4693024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D25BF1F-06D2-9BD4-4646-3DDCDDEBC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51577" y="1994390"/>
            <a:ext cx="3932237" cy="3811588"/>
          </a:xfrm>
        </p:spPr>
        <p:txBody>
          <a:bodyPr/>
          <a:lstStyle/>
          <a:p>
            <a:r>
              <a:rPr lang="es-MX" sz="2000" dirty="0"/>
              <a:t>Una foto de los Llanos Orientales con una sabana y un cielo grande, preferiblemente donde se note el clima cálido .También puedes hacer una diapositiva dividida en dos:</a:t>
            </a:r>
          </a:p>
          <a:p>
            <a:r>
              <a:rPr lang="es-MX" sz="2000" dirty="0"/>
              <a:t>🌧️ Época de lluvias: paisaje verde y con agua.</a:t>
            </a:r>
          </a:p>
          <a:p>
            <a:r>
              <a:rPr lang="es-MX" sz="2000" dirty="0"/>
              <a:t>☀️ Época seca: paisaje más seco y soleado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885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00C2A-9BA3-D3FE-91D6-C1F1A1C5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87325"/>
            <a:ext cx="3932237" cy="1600200"/>
          </a:xfrm>
        </p:spPr>
        <p:txBody>
          <a:bodyPr>
            <a:normAutofit/>
          </a:bodyPr>
          <a:lstStyle/>
          <a:p>
            <a:r>
              <a:rPr lang="es-CO" sz="4800" b="1" dirty="0">
                <a:solidFill>
                  <a:schemeClr val="accent6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HIDROGRAFÍA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4E32F9-5877-83B6-7147-5A1FBC1AE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200" y="1984375"/>
            <a:ext cx="6172200" cy="3676837"/>
          </a:xfrm>
        </p:spPr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08C9AF-B015-A1AA-3FFA-26C440D36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59763" y="0"/>
            <a:ext cx="3932237" cy="3811588"/>
          </a:xfrm>
        </p:spPr>
        <p:txBody>
          <a:bodyPr>
            <a:noAutofit/>
          </a:bodyPr>
          <a:lstStyle/>
          <a:p>
            <a:r>
              <a:rPr lang="es-MX" sz="2000" dirty="0"/>
              <a:t>La hidrografía es el conjunto de ríos, lagunas y otras fuentes de agua de una región</a:t>
            </a:r>
          </a:p>
          <a:p>
            <a:r>
              <a:rPr lang="es-MX" sz="2000" dirty="0"/>
              <a:t>.La Orinoquía tiene muchos ríos importantes porque sus aguas forman parte de la cuenca del río Orinoco. Los principales son:</a:t>
            </a:r>
          </a:p>
          <a:p>
            <a:r>
              <a:rPr lang="es-MX" sz="2000" dirty="0"/>
              <a:t>Río Orinoco: es uno de los ríos más importantes de la región y sirve como frontera natural entre Colombia y Venezuela en algunos sectores.</a:t>
            </a:r>
          </a:p>
          <a:p>
            <a:r>
              <a:rPr lang="es-MX" sz="2000" dirty="0"/>
              <a:t>Río Meta: es uno de los principales ríos de los Llanos y desemboca en el Orinoco.</a:t>
            </a:r>
          </a:p>
          <a:p>
            <a:r>
              <a:rPr lang="es-MX" sz="2000" dirty="0"/>
              <a:t>Río Guaviare: es un río muy largo que atraviesa parte de la región.</a:t>
            </a:r>
          </a:p>
          <a:p>
            <a:r>
              <a:rPr lang="es-MX" sz="2000" dirty="0"/>
              <a:t>Río Arauca: recorre zonas de Colombia y </a:t>
            </a:r>
            <a:r>
              <a:rPr lang="es-MX" sz="2000" dirty="0" err="1"/>
              <a:t>Venezuela.Río</a:t>
            </a:r>
            <a:r>
              <a:rPr lang="es-MX" sz="2000" dirty="0"/>
              <a:t> Vichada: atraviesa el departamento de Vichada.</a:t>
            </a:r>
            <a:endParaRPr lang="es-CO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AC622E-2D22-FE4F-6563-8ACE53E0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" y="1984375"/>
            <a:ext cx="7167282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43E19-F549-6CE2-E4F5-1E946C3C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3932237" cy="1600200"/>
          </a:xfrm>
        </p:spPr>
        <p:txBody>
          <a:bodyPr>
            <a:normAutofit/>
          </a:bodyPr>
          <a:lstStyle/>
          <a:p>
            <a:r>
              <a:rPr lang="es-CO" sz="3600" dirty="0">
                <a:solidFill>
                  <a:srgbClr val="00B050"/>
                </a:solidFill>
                <a:latin typeface="Bahnschrift SemiBold SemiConden" panose="020B0502040204020203" pitchFamily="34" charset="0"/>
              </a:rPr>
              <a:t>BIODIVERSIDAD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399CB82-582A-7A83-22ED-65CFB7F40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7212" y="2053712"/>
            <a:ext cx="5715000" cy="333375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24F955-BAB3-31B3-037C-FA9A1B8DD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s-MX" sz="2000" dirty="0"/>
              <a:t>Animales: podemos encontrar chigüiros, venados, jaguares, osos hormigueros, caimanes, anacondas, monos y muchas aves y peces. Plantas: predominan los pastos de las sabanas, árboles y plantas que crecen cerca de los ríos. Ecosistemas: hay sabanas, bosques de galería, humedales y ríos, que sirven como hogar para muchas especies.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094343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2D3B1-B2BD-1268-0F2F-57FD85E9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GEOGRAFÍA HUMANA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43127F1B-5B62-2443-308B-F13C758224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85" r="778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E79E35-927A-B17C-7162-7407D3F6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sz="2000" dirty="0"/>
              <a:t>Población: se encuentra principalmente en ciudades como Villavicencio, Yopal, Arauca y Puerto Carreño, además de muchas comunidades rurales. </a:t>
            </a:r>
          </a:p>
          <a:p>
            <a:r>
              <a:rPr lang="es-MX" sz="2000" dirty="0"/>
              <a:t>Agricultura: se cultivan productos como arroz, maíz, soya y palma de aceite.</a:t>
            </a:r>
          </a:p>
          <a:p>
            <a:r>
              <a:rPr lang="es-MX" sz="2000" dirty="0"/>
              <a:t> Ganadería: es una de las actividades más importantes de la región, especialmente la cría de ganado en las grandes sabanas.</a:t>
            </a:r>
          </a:p>
          <a:p>
            <a:r>
              <a:rPr lang="es-MX" sz="2000" dirty="0"/>
              <a:t> Petróleo: la región tiene importantes zonas de producción petrolera, especialmente en Meta, Casanare y Arauca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702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73E67-6BB1-691D-44C4-93B8AF263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363" y="-369794"/>
            <a:ext cx="3932237" cy="1600200"/>
          </a:xfrm>
        </p:spPr>
        <p:txBody>
          <a:bodyPr>
            <a:normAutofit/>
          </a:bodyPr>
          <a:lstStyle/>
          <a:p>
            <a:r>
              <a:rPr lang="es-CO" sz="40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CULTURA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8E14F4-4A35-6807-3415-E12CC6870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41" y="2455022"/>
            <a:ext cx="6172200" cy="1947956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978772-6BCB-9583-AE26-771F99F3F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7445" y="430306"/>
            <a:ext cx="3932237" cy="3811588"/>
          </a:xfrm>
        </p:spPr>
        <p:txBody>
          <a:bodyPr>
            <a:noAutofit/>
          </a:bodyPr>
          <a:lstStyle/>
          <a:p>
            <a:r>
              <a:rPr lang="es-MX" sz="2000" dirty="0"/>
              <a:t>Música: se destacan el joropo, el arpa, el cuatro y las maracas.</a:t>
            </a:r>
          </a:p>
          <a:p>
            <a:r>
              <a:rPr lang="es-MX" sz="2000" dirty="0"/>
              <a:t> Baile: el joropo es el baile tradicional más representativo.</a:t>
            </a:r>
          </a:p>
          <a:p>
            <a:r>
              <a:rPr lang="es-MX" sz="2000" dirty="0"/>
              <a:t> Tradiciones: son comunes las actividades relacionadas con los caballos y el trabajo con el ganado. Comida: son tradicionales platos como la carne a la llanera, el pisillo de carne y diferentes preparaciones con yuca y plátano.</a:t>
            </a:r>
          </a:p>
          <a:p>
            <a:r>
              <a:rPr lang="es-MX" sz="2000" dirty="0"/>
              <a:t> Vestimenta: los llaneros utilizan ropa cómoda para trabajar en el campo, además del sombrero llanero. </a:t>
            </a:r>
          </a:p>
          <a:p>
            <a:r>
              <a:rPr lang="es-MX" sz="2000" dirty="0"/>
              <a:t>Fiestas: se realizan festivales y celebraciones donde se presentan música, baile, comida y costumbres llaneras.</a:t>
            </a:r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80E76E-D7BF-BD4D-5F06-79B203ED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1" y="1832302"/>
            <a:ext cx="6394959" cy="31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3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89582-A528-F66B-845B-261699CE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GEOGRAFÍA ECONOMICA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2ED5D26A-2717-2DEC-DF92-F91D2135D5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85" r="778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444AB6-1FB9-E257-B8A8-E16A87A36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s-MX" sz="2000" dirty="0"/>
              <a:t>Ganadería: es una de las actividades más importantes. Se cría principalmente ganado en las grandes sabanas. Agricultura: se cultivan productos como arroz, maíz, soya, plátano y palma de aceite. Petróleo: es una actividad muy importante, especialmente en Meta, Casanare y Arauca. Pesca: se realiza en los numerosos ríos de la región. Industria y comercio: se concentran principalmente en ciudades como Villavicencio y Yopal. Turismo: los paisajes, ríos, fauna y cultura llanera atraen visitantes.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843866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DF15E-09A3-310B-43EA-43D9C145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017" y="-255495"/>
            <a:ext cx="3932237" cy="1600200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7030A0"/>
                </a:solidFill>
                <a:latin typeface="Arial Rounded MT Bold" panose="020F0704030504030204" pitchFamily="34" charset="0"/>
              </a:rPr>
              <a:t>PROBLEMATICAS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A593896-0F04-74E8-C43A-B20B779C7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845" y="2045893"/>
            <a:ext cx="6172200" cy="3723176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DD3CBA-5845-B611-2840-7C100B6E1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91918" y="1957481"/>
            <a:ext cx="3932237" cy="3811588"/>
          </a:xfrm>
        </p:spPr>
        <p:txBody>
          <a:bodyPr>
            <a:normAutofit/>
          </a:bodyPr>
          <a:lstStyle/>
          <a:p>
            <a:r>
              <a:rPr lang="es-MX" sz="2000" dirty="0"/>
              <a:t>Deforestación: se cortan muchos árboles.</a:t>
            </a:r>
          </a:p>
          <a:p>
            <a:r>
              <a:rPr lang="es-MX" sz="2000" dirty="0"/>
              <a:t> Contaminación: se pueden contaminar los ríos y suelos.</a:t>
            </a:r>
          </a:p>
          <a:p>
            <a:r>
              <a:rPr lang="es-MX" sz="2000" dirty="0"/>
              <a:t> Incendios: durante la época seca pueden ocurrir incendios.</a:t>
            </a:r>
          </a:p>
          <a:p>
            <a:r>
              <a:rPr lang="es-MX" sz="2000" dirty="0"/>
              <a:t> Pérdida de animales: algunas especies pierden su hogar.</a:t>
            </a:r>
          </a:p>
          <a:p>
            <a:r>
              <a:rPr lang="es-MX" sz="2000" dirty="0"/>
              <a:t> Inundaciones y sequías: hay épocas con demasiada agua y otras con muy poca.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921379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33B06-950D-3C6B-03B4-49DFCF6B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66436F-4209-7239-1A34-C1387896B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>
                <a:solidFill>
                  <a:schemeClr val="bg1"/>
                </a:solidFill>
              </a:rPr>
              <a:t>la región Orinoquía es una parte muy importante de Colombia. Se caracteriza por sus grandes llanuras, clima cálido, numerosos ríos y gran biodiversidad. Además, sus habitantes tienen una cultura muy especial, conocida como cultura llanera, con tradiciones como el joropo, la música, los caballos y la ganadería. Su economía se basa principalmente en la ganadería, agricultura, petróleo, pesca, comercio y turismo. Sin embargo, la región también enfrenta problemas como la deforestación, contaminación, incendios, inundaciones y </a:t>
            </a:r>
            <a:r>
              <a:rPr lang="es-MX" dirty="0" err="1">
                <a:solidFill>
                  <a:schemeClr val="bg1"/>
                </a:solidFill>
              </a:rPr>
              <a:t>sequías.Por</a:t>
            </a:r>
            <a:r>
              <a:rPr lang="es-MX" dirty="0">
                <a:solidFill>
                  <a:schemeClr val="bg1"/>
                </a:solidFill>
              </a:rPr>
              <a:t> eso, es importante que todos ayudemos a cuidar sus ríos, animales, plantas y paisajes, para que la región Orinoquía siga siendo una parte hermosa, diversa y valiosa de Colombia.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451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REGIÓN ORINOQUÍA</vt:lpstr>
      <vt:lpstr>UBICACIÓN</vt:lpstr>
      <vt:lpstr>GEOGRAFIA FISICA</vt:lpstr>
      <vt:lpstr>RELIEVE</vt:lpstr>
      <vt:lpstr>  CLIMA</vt:lpstr>
      <vt:lpstr>HIDROGRAFÍA</vt:lpstr>
      <vt:lpstr>BIODIVERSIDAD</vt:lpstr>
      <vt:lpstr>GEOGRAFÍA HUMANA</vt:lpstr>
      <vt:lpstr>CULTURA</vt:lpstr>
      <vt:lpstr>GEOGRAFÍA ECONOMICA</vt:lpstr>
      <vt:lpstr>PROBLEMATICAS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REGIÓN ORINOQUÍA</dc:title>
  <dc:creator>usuario</dc:creator>
  <cp:lastModifiedBy>Juan Balza</cp:lastModifiedBy>
  <cp:revision>2</cp:revision>
  <dcterms:created xsi:type="dcterms:W3CDTF">2026-09-14T18:26:58Z</dcterms:created>
  <dcterms:modified xsi:type="dcterms:W3CDTF">2026-09-14T23:25:01Z</dcterms:modified>
</cp:coreProperties>
</file>